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Markdown</a:t>
            </a:r>
            <a:br/>
            <a:br/>
            <a:r>
              <a:rPr/>
              <a:t>Юсупова Амина Руслановна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Цели и задачи работы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Целью данной работы является освоение процедуры оформления отчётов с помощью легковесного языка разметки Markdown и генерация документов в форматах PDF и DOCX с использованием системы Quarto.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Процесс выполнения лабораторной работы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необходимого ПО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работы потребовались Pandoc, Quarto и фильтр pandoc-crossref. На скриншоте показан процесс установки Quarto с помощью скрипта.</a:t>
            </a:r>
          </a:p>
        </p:txBody>
      </p:sp>
      <p:pic>
        <p:nvPicPr>
          <p:cNvPr descr="./image/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Установка Quarto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Активизация файла </a:t>
            </a:r>
            <a:r>
              <a:rPr>
                <a:latin typeface="Courier"/>
              </a:rPr>
              <a:t>quarto.sh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автоматизации сборки использовался Quarto. Делаем файл </a:t>
            </a:r>
            <a:r>
              <a:rPr>
                <a:latin typeface="Courier"/>
              </a:rPr>
              <a:t>quarto.sh</a:t>
            </a:r>
            <a:r>
              <a:rPr/>
              <a:t> исполняемым</a:t>
            </a:r>
          </a:p>
        </p:txBody>
      </p:sp>
      <p:pic>
        <p:nvPicPr>
          <p:cNvPr descr="./image/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Quarto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Компиляция в формат DOCX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помощью Quarto был сгенерирован отчёт в формате Microsoft Word.</a:t>
            </a:r>
          </a:p>
        </p:txBody>
      </p:sp>
      <p:pic>
        <p:nvPicPr>
          <p:cNvPr descr="./image/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41400"/>
            <a:ext cx="51054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Компиляция в DOCX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Компиляция в формат PDF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Аналогично получена PDF-версия отчёта с использованием LuaLaTeX.</a:t>
            </a:r>
          </a:p>
        </p:txBody>
      </p:sp>
      <p:pic>
        <p:nvPicPr>
          <p:cNvPr descr="./image/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Компиляция в PDF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Создание архива для сдачи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соответствии с заданием все необходимые файлы (исходник, скриншоты, сгенерированные документы, конфигурация) были упакованы в архив.</a:t>
            </a:r>
          </a:p>
        </p:txBody>
      </p:sp>
      <p:pic>
        <p:nvPicPr>
          <p:cNvPr descr="./image/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90600"/>
            <a:ext cx="51054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архива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 по проделанной работе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я освоила синтаксис языка разметки Markdown, научилась использовать Quarto для генерации отчётов в форматах PDF и DOCX, а также подготовила архив с результатами для сдачи.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</dc:title>
  <dc:creator>Юсупова Амина Руслановна</dc:creator>
  <cp:keywords/>
  <dcterms:created xsi:type="dcterms:W3CDTF">2026-03-04T00:30:33Z</dcterms:created>
  <dcterms:modified xsi:type="dcterms:W3CDTF">2026-03-04T00:30:33Z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license">
    <vt:lpwstr/>
  </property>
  <property fmtid="{D5CDD505-2E9C-101B-9397-08002B2CF9AE}" pid="13" name="subtitle">
    <vt:lpwstr>Markdown</vt:lpwstr>
  </property>
  <property fmtid="{D5CDD505-2E9C-101B-9397-08002B2CF9AE}" pid="14" name="toc-title">
    <vt:lpwstr>Содержание</vt:lpwstr>
  </property>
</Properties>
</file>