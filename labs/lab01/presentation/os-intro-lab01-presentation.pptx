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Установка ОС</a:t>
            </a:r>
            <a:br/>
            <a:br/>
            <a:r>
              <a:rPr/>
              <a:t>Юсупова Амина Руслановна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Цели и задачи работы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лабораторной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Целью данной работы является приобретение практических навыков установки операционной системы на виртуальную машину, настройки минимально необходимых для дальнейшей работы сервисов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Процесс выполнения лабораторной работы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Создаю виртуальную машину</a:t>
            </a:r>
          </a:p>
        </p:txBody>
      </p:sp>
      <p:pic>
        <p:nvPicPr>
          <p:cNvPr descr="./image/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Создание новой виртуальной машины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Задаю конфигурацию жёсткого диска</a:t>
            </a:r>
          </a:p>
        </p:txBody>
      </p:sp>
      <p:pic>
        <p:nvPicPr>
          <p:cNvPr descr="./image/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87600" y="1193800"/>
            <a:ext cx="4381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Конфигурация жёсткого диска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Добавляю новый привод оптических дисков и выбираю образ</a:t>
            </a:r>
          </a:p>
        </p:txBody>
      </p:sp>
      <p:pic>
        <p:nvPicPr>
          <p:cNvPr descr="./image/0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86000" y="1193800"/>
            <a:ext cx="4572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Конфигурация системы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Установка языка</a:t>
            </a:r>
          </a:p>
        </p:txBody>
      </p:sp>
      <p:pic>
        <p:nvPicPr>
          <p:cNvPr descr="./image/0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193800"/>
            <a:ext cx="3810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Установка языка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Завершение установки</a:t>
            </a:r>
          </a:p>
        </p:txBody>
      </p:sp>
      <p:pic>
        <p:nvPicPr>
          <p:cNvPr descr="./image/0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Завершение установки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пользователя и вход в учётную запись</a:t>
            </a:r>
          </a:p>
        </p:txBody>
      </p:sp>
      <p:pic>
        <p:nvPicPr>
          <p:cNvPr descr="./image/0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87700" y="1193800"/>
            <a:ext cx="2755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Вход в учетную запись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Рабочая система</a:t>
            </a:r>
          </a:p>
        </p:txBody>
      </p:sp>
      <p:pic>
        <p:nvPicPr>
          <p:cNvPr descr="./image/0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82800" y="1193800"/>
            <a:ext cx="4991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Команда dmesg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Рабочая система</a:t>
            </a:r>
          </a:p>
        </p:txBody>
      </p:sp>
      <p:pic>
        <p:nvPicPr>
          <p:cNvPr descr="./image/0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60500" y="1193800"/>
            <a:ext cx="6210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Команда dmesg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Выводы по проделанной работе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Мы приобрели практические навыки установки операционной системы на виртуальную машину, настройки минимально необходимых для дальнейшей работы сервисов.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Юсупова Амина Руслановна</dc:creator>
  <cp:keywords/>
  <dcterms:created xsi:type="dcterms:W3CDTF">2026-03-03T18:54:36Z</dcterms:created>
  <dcterms:modified xsi:type="dcterms:W3CDTF">2026-03-03T18:54:36Z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license">
    <vt:lpwstr/>
  </property>
  <property fmtid="{D5CDD505-2E9C-101B-9397-08002B2CF9AE}" pid="13" name="subtitle">
    <vt:lpwstr>Установка ОС</vt:lpwstr>
  </property>
  <property fmtid="{D5CDD505-2E9C-101B-9397-08002B2CF9AE}" pid="14" name="toc-title">
    <vt:lpwstr>Содержание</vt:lpwstr>
  </property>
</Properties>
</file>